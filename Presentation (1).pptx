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9CF4B-0D9D-4672-924A-BFA2BB38AA2C}" v="9" dt="2026-03-09T15:11:09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ruti Maithani" userId="f716c68518a7d5e7" providerId="LiveId" clId="{EEECDCE2-DA92-4209-BBF9-F0C12813AA65}"/>
    <pc:docChg chg="custSel addSld delSld modSld">
      <pc:chgData name="Anushruti Maithani" userId="f716c68518a7d5e7" providerId="LiveId" clId="{EEECDCE2-DA92-4209-BBF9-F0C12813AA65}" dt="2026-03-09T15:11:40.358" v="581" actId="14100"/>
      <pc:docMkLst>
        <pc:docMk/>
      </pc:docMkLst>
      <pc:sldChg chg="modSp mod">
        <pc:chgData name="Anushruti Maithani" userId="f716c68518a7d5e7" providerId="LiveId" clId="{EEECDCE2-DA92-4209-BBF9-F0C12813AA65}" dt="2026-03-09T15:11:40.358" v="581" actId="14100"/>
        <pc:sldMkLst>
          <pc:docMk/>
          <pc:sldMk cId="2494989087" sldId="256"/>
        </pc:sldMkLst>
        <pc:spChg chg="mod">
          <ac:chgData name="Anushruti Maithani" userId="f716c68518a7d5e7" providerId="LiveId" clId="{EEECDCE2-DA92-4209-BBF9-F0C12813AA65}" dt="2026-03-09T15:11:40.358" v="581" actId="14100"/>
          <ac:spMkLst>
            <pc:docMk/>
            <pc:sldMk cId="2494989087" sldId="256"/>
            <ac:spMk id="3" creationId="{27855A75-B4BF-926B-0A8B-E23EBE0C01BC}"/>
          </ac:spMkLst>
        </pc:spChg>
      </pc:sldChg>
      <pc:sldChg chg="new del">
        <pc:chgData name="Anushruti Maithani" userId="f716c68518a7d5e7" providerId="LiveId" clId="{EEECDCE2-DA92-4209-BBF9-F0C12813AA65}" dt="2026-03-09T14:53:30.747" v="63" actId="2696"/>
        <pc:sldMkLst>
          <pc:docMk/>
          <pc:sldMk cId="682385473" sldId="257"/>
        </pc:sldMkLst>
      </pc:sldChg>
      <pc:sldChg chg="modSp del mod">
        <pc:chgData name="Anushruti Maithani" userId="f716c68518a7d5e7" providerId="LiveId" clId="{EEECDCE2-DA92-4209-BBF9-F0C12813AA65}" dt="2026-03-09T14:53:22.047" v="60" actId="47"/>
        <pc:sldMkLst>
          <pc:docMk/>
          <pc:sldMk cId="1049272199" sldId="257"/>
        </pc:sldMkLst>
        <pc:spChg chg="mod">
          <ac:chgData name="Anushruti Maithani" userId="f716c68518a7d5e7" providerId="LiveId" clId="{EEECDCE2-DA92-4209-BBF9-F0C12813AA65}" dt="2026-03-09T14:52:19.928" v="23" actId="255"/>
          <ac:spMkLst>
            <pc:docMk/>
            <pc:sldMk cId="1049272199" sldId="257"/>
            <ac:spMk id="2" creationId="{30EE982F-C57A-C256-B013-0D6A9BEED6E9}"/>
          </ac:spMkLst>
        </pc:spChg>
        <pc:spChg chg="mod">
          <ac:chgData name="Anushruti Maithani" userId="f716c68518a7d5e7" providerId="LiveId" clId="{EEECDCE2-DA92-4209-BBF9-F0C12813AA65}" dt="2026-03-09T14:49:44.280" v="14" actId="255"/>
          <ac:spMkLst>
            <pc:docMk/>
            <pc:sldMk cId="1049272199" sldId="257"/>
            <ac:spMk id="3" creationId="{B619CD42-DA04-E935-00D5-9F5F8FB0017E}"/>
          </ac:spMkLst>
        </pc:spChg>
      </pc:sldChg>
      <pc:sldChg chg="addSp delSp modSp new mod modClrScheme chgLayout">
        <pc:chgData name="Anushruti Maithani" userId="f716c68518a7d5e7" providerId="LiveId" clId="{EEECDCE2-DA92-4209-BBF9-F0C12813AA65}" dt="2026-03-09T14:55:35.821" v="218" actId="255"/>
        <pc:sldMkLst>
          <pc:docMk/>
          <pc:sldMk cId="3727299624" sldId="257"/>
        </pc:sldMkLst>
        <pc:spChg chg="del mod ord">
          <ac:chgData name="Anushruti Maithani" userId="f716c68518a7d5e7" providerId="LiveId" clId="{EEECDCE2-DA92-4209-BBF9-F0C12813AA65}" dt="2026-03-09T14:53:39.221" v="66" actId="700"/>
          <ac:spMkLst>
            <pc:docMk/>
            <pc:sldMk cId="3727299624" sldId="257"/>
            <ac:spMk id="2" creationId="{6F42F20D-D2E9-6B9D-B4BE-B30A550BE9D7}"/>
          </ac:spMkLst>
        </pc:spChg>
        <pc:spChg chg="add mod ord">
          <ac:chgData name="Anushruti Maithani" userId="f716c68518a7d5e7" providerId="LiveId" clId="{EEECDCE2-DA92-4209-BBF9-F0C12813AA65}" dt="2026-03-09T14:55:35.821" v="218" actId="255"/>
          <ac:spMkLst>
            <pc:docMk/>
            <pc:sldMk cId="3727299624" sldId="257"/>
            <ac:spMk id="3" creationId="{7A7CAF2F-13F3-E037-DCAF-130319010034}"/>
          </ac:spMkLst>
        </pc:spChg>
        <pc:spChg chg="add mod ord">
          <ac:chgData name="Anushruti Maithani" userId="f716c68518a7d5e7" providerId="LiveId" clId="{EEECDCE2-DA92-4209-BBF9-F0C12813AA65}" dt="2026-03-09T14:54:35.692" v="84" actId="14100"/>
          <ac:spMkLst>
            <pc:docMk/>
            <pc:sldMk cId="3727299624" sldId="257"/>
            <ac:spMk id="4" creationId="{A05F4B74-9319-0DA4-6587-F7E49A2A68AF}"/>
          </ac:spMkLst>
        </pc:spChg>
        <pc:graphicFrameChg chg="add del mod modGraphic">
          <ac:chgData name="Anushruti Maithani" userId="f716c68518a7d5e7" providerId="LiveId" clId="{EEECDCE2-DA92-4209-BBF9-F0C12813AA65}" dt="2026-03-09T14:53:50.938" v="69" actId="21"/>
          <ac:graphicFrameMkLst>
            <pc:docMk/>
            <pc:sldMk cId="3727299624" sldId="257"/>
            <ac:graphicFrameMk id="6" creationId="{797F6592-B571-0A1E-1EA8-7D2261B0D1AF}"/>
          </ac:graphicFrameMkLst>
        </pc:graphicFrameChg>
        <pc:graphicFrameChg chg="add del mod">
          <ac:chgData name="Anushruti Maithani" userId="f716c68518a7d5e7" providerId="LiveId" clId="{EEECDCE2-DA92-4209-BBF9-F0C12813AA65}" dt="2026-03-09T14:54:49.965" v="86" actId="21"/>
          <ac:graphicFrameMkLst>
            <pc:docMk/>
            <pc:sldMk cId="3727299624" sldId="257"/>
            <ac:graphicFrameMk id="7" creationId="{797F6592-B571-0A1E-1EA8-7D2261B0D1AF}"/>
          </ac:graphicFrameMkLst>
        </pc:graphicFrameChg>
      </pc:sldChg>
      <pc:sldChg chg="new del">
        <pc:chgData name="Anushruti Maithani" userId="f716c68518a7d5e7" providerId="LiveId" clId="{EEECDCE2-DA92-4209-BBF9-F0C12813AA65}" dt="2026-03-09T14:53:33.169" v="64" actId="2696"/>
        <pc:sldMkLst>
          <pc:docMk/>
          <pc:sldMk cId="1908402010" sldId="258"/>
        </pc:sldMkLst>
      </pc:sldChg>
      <pc:sldChg chg="modSp new del mod">
        <pc:chgData name="Anushruti Maithani" userId="f716c68518a7d5e7" providerId="LiveId" clId="{EEECDCE2-DA92-4209-BBF9-F0C12813AA65}" dt="2026-03-09T14:53:21.854" v="59" actId="47"/>
        <pc:sldMkLst>
          <pc:docMk/>
          <pc:sldMk cId="2831201278" sldId="258"/>
        </pc:sldMkLst>
        <pc:spChg chg="mod">
          <ac:chgData name="Anushruti Maithani" userId="f716c68518a7d5e7" providerId="LiveId" clId="{EEECDCE2-DA92-4209-BBF9-F0C12813AA65}" dt="2026-03-09T14:52:53.301" v="53" actId="20577"/>
          <ac:spMkLst>
            <pc:docMk/>
            <pc:sldMk cId="2831201278" sldId="258"/>
            <ac:spMk id="2" creationId="{5C47F777-AAD2-CFEC-6878-8EB0F76F3BA7}"/>
          </ac:spMkLst>
        </pc:spChg>
        <pc:spChg chg="mod">
          <ac:chgData name="Anushruti Maithani" userId="f716c68518a7d5e7" providerId="LiveId" clId="{EEECDCE2-DA92-4209-BBF9-F0C12813AA65}" dt="2026-03-09T14:53:16.062" v="58" actId="20577"/>
          <ac:spMkLst>
            <pc:docMk/>
            <pc:sldMk cId="2831201278" sldId="258"/>
            <ac:spMk id="3" creationId="{45D3916B-6863-29C3-1442-96116EE787D0}"/>
          </ac:spMkLst>
        </pc:spChg>
      </pc:sldChg>
      <pc:sldChg chg="addSp delSp modSp new mod modClrScheme chgLayout">
        <pc:chgData name="Anushruti Maithani" userId="f716c68518a7d5e7" providerId="LiveId" clId="{EEECDCE2-DA92-4209-BBF9-F0C12813AA65}" dt="2026-03-09T14:59:00.875" v="417" actId="27636"/>
        <pc:sldMkLst>
          <pc:docMk/>
          <pc:sldMk cId="4192067424" sldId="258"/>
        </pc:sldMkLst>
        <pc:spChg chg="del mod ord">
          <ac:chgData name="Anushruti Maithani" userId="f716c68518a7d5e7" providerId="LiveId" clId="{EEECDCE2-DA92-4209-BBF9-F0C12813AA65}" dt="2026-03-09T14:55:47.359" v="220" actId="700"/>
          <ac:spMkLst>
            <pc:docMk/>
            <pc:sldMk cId="4192067424" sldId="258"/>
            <ac:spMk id="2" creationId="{695064FD-10D9-566D-D4CD-819E2712D271}"/>
          </ac:spMkLst>
        </pc:spChg>
        <pc:spChg chg="del mod ord">
          <ac:chgData name="Anushruti Maithani" userId="f716c68518a7d5e7" providerId="LiveId" clId="{EEECDCE2-DA92-4209-BBF9-F0C12813AA65}" dt="2026-03-09T14:55:47.359" v="220" actId="700"/>
          <ac:spMkLst>
            <pc:docMk/>
            <pc:sldMk cId="4192067424" sldId="258"/>
            <ac:spMk id="3" creationId="{D7234F3E-DDB9-47FF-AB46-B262A0AE31FB}"/>
          </ac:spMkLst>
        </pc:spChg>
        <pc:spChg chg="add mod ord">
          <ac:chgData name="Anushruti Maithani" userId="f716c68518a7d5e7" providerId="LiveId" clId="{EEECDCE2-DA92-4209-BBF9-F0C12813AA65}" dt="2026-03-09T14:59:00.875" v="417" actId="27636"/>
          <ac:spMkLst>
            <pc:docMk/>
            <pc:sldMk cId="4192067424" sldId="258"/>
            <ac:spMk id="4" creationId="{5C6B5911-2AB5-5D73-1504-1CA95F202688}"/>
          </ac:spMkLst>
        </pc:spChg>
        <pc:spChg chg="add mod ord">
          <ac:chgData name="Anushruti Maithani" userId="f716c68518a7d5e7" providerId="LiveId" clId="{EEECDCE2-DA92-4209-BBF9-F0C12813AA65}" dt="2026-03-09T14:56:57.489" v="262" actId="14100"/>
          <ac:spMkLst>
            <pc:docMk/>
            <pc:sldMk cId="4192067424" sldId="258"/>
            <ac:spMk id="5" creationId="{EFB58192-3AAC-513D-B3D2-377B2F87B719}"/>
          </ac:spMkLst>
        </pc:spChg>
      </pc:sldChg>
      <pc:sldChg chg="modSp new mod">
        <pc:chgData name="Anushruti Maithani" userId="f716c68518a7d5e7" providerId="LiveId" clId="{EEECDCE2-DA92-4209-BBF9-F0C12813AA65}" dt="2026-03-09T15:07:59.697" v="554" actId="14100"/>
        <pc:sldMkLst>
          <pc:docMk/>
          <pc:sldMk cId="2998615541" sldId="259"/>
        </pc:sldMkLst>
        <pc:spChg chg="mod">
          <ac:chgData name="Anushruti Maithani" userId="f716c68518a7d5e7" providerId="LiveId" clId="{EEECDCE2-DA92-4209-BBF9-F0C12813AA65}" dt="2026-03-09T15:07:59.697" v="554" actId="14100"/>
          <ac:spMkLst>
            <pc:docMk/>
            <pc:sldMk cId="2998615541" sldId="259"/>
            <ac:spMk id="2" creationId="{AF889A9B-04F2-0F4B-F725-46F9EFF644B7}"/>
          </ac:spMkLst>
        </pc:spChg>
        <pc:spChg chg="mod">
          <ac:chgData name="Anushruti Maithani" userId="f716c68518a7d5e7" providerId="LiveId" clId="{EEECDCE2-DA92-4209-BBF9-F0C12813AA65}" dt="2026-03-09T15:07:21.487" v="548" actId="1076"/>
          <ac:spMkLst>
            <pc:docMk/>
            <pc:sldMk cId="2998615541" sldId="259"/>
            <ac:spMk id="3" creationId="{C7842158-CA64-A574-012F-AA532E419834}"/>
          </ac:spMkLst>
        </pc:spChg>
      </pc:sldChg>
      <pc:sldChg chg="modSp new mod">
        <pc:chgData name="Anushruti Maithani" userId="f716c68518a7d5e7" providerId="LiveId" clId="{EEECDCE2-DA92-4209-BBF9-F0C12813AA65}" dt="2026-03-09T15:08:37.016" v="559" actId="20577"/>
        <pc:sldMkLst>
          <pc:docMk/>
          <pc:sldMk cId="1183552174" sldId="260"/>
        </pc:sldMkLst>
        <pc:spChg chg="mod">
          <ac:chgData name="Anushruti Maithani" userId="f716c68518a7d5e7" providerId="LiveId" clId="{EEECDCE2-DA92-4209-BBF9-F0C12813AA65}" dt="2026-03-09T15:04:47.847" v="476" actId="27636"/>
          <ac:spMkLst>
            <pc:docMk/>
            <pc:sldMk cId="1183552174" sldId="260"/>
            <ac:spMk id="2" creationId="{89E2D1BA-EC6F-2502-C2B5-3F22C5FCA721}"/>
          </ac:spMkLst>
        </pc:spChg>
        <pc:spChg chg="mod">
          <ac:chgData name="Anushruti Maithani" userId="f716c68518a7d5e7" providerId="LiveId" clId="{EEECDCE2-DA92-4209-BBF9-F0C12813AA65}" dt="2026-03-09T15:08:37.016" v="559" actId="20577"/>
          <ac:spMkLst>
            <pc:docMk/>
            <pc:sldMk cId="1183552174" sldId="260"/>
            <ac:spMk id="3" creationId="{A2463EE3-3BAE-7724-A471-C1E9B2C8FDFC}"/>
          </ac:spMkLst>
        </pc:spChg>
      </pc:sldChg>
      <pc:sldChg chg="modSp new mod">
        <pc:chgData name="Anushruti Maithani" userId="f716c68518a7d5e7" providerId="LiveId" clId="{EEECDCE2-DA92-4209-BBF9-F0C12813AA65}" dt="2026-03-09T15:09:24.340" v="570" actId="20577"/>
        <pc:sldMkLst>
          <pc:docMk/>
          <pc:sldMk cId="2140830543" sldId="261"/>
        </pc:sldMkLst>
        <pc:spChg chg="mod">
          <ac:chgData name="Anushruti Maithani" userId="f716c68518a7d5e7" providerId="LiveId" clId="{EEECDCE2-DA92-4209-BBF9-F0C12813AA65}" dt="2026-03-09T15:05:29.345" v="512" actId="20577"/>
          <ac:spMkLst>
            <pc:docMk/>
            <pc:sldMk cId="2140830543" sldId="261"/>
            <ac:spMk id="2" creationId="{C2435B2A-059B-87D0-282E-73C011C986D8}"/>
          </ac:spMkLst>
        </pc:spChg>
        <pc:spChg chg="mod">
          <ac:chgData name="Anushruti Maithani" userId="f716c68518a7d5e7" providerId="LiveId" clId="{EEECDCE2-DA92-4209-BBF9-F0C12813AA65}" dt="2026-03-09T15:09:24.340" v="570" actId="20577"/>
          <ac:spMkLst>
            <pc:docMk/>
            <pc:sldMk cId="2140830543" sldId="261"/>
            <ac:spMk id="3" creationId="{5E74B2B9-BA4A-05FF-F01E-6AA2E879A386}"/>
          </ac:spMkLst>
        </pc:spChg>
      </pc:sldChg>
      <pc:sldChg chg="modSp new mod">
        <pc:chgData name="Anushruti Maithani" userId="f716c68518a7d5e7" providerId="LiveId" clId="{EEECDCE2-DA92-4209-BBF9-F0C12813AA65}" dt="2026-03-09T15:10:53.563" v="575" actId="20577"/>
        <pc:sldMkLst>
          <pc:docMk/>
          <pc:sldMk cId="880347365" sldId="262"/>
        </pc:sldMkLst>
        <pc:spChg chg="mod">
          <ac:chgData name="Anushruti Maithani" userId="f716c68518a7d5e7" providerId="LiveId" clId="{EEECDCE2-DA92-4209-BBF9-F0C12813AA65}" dt="2026-03-09T15:05:47.962" v="523" actId="20577"/>
          <ac:spMkLst>
            <pc:docMk/>
            <pc:sldMk cId="880347365" sldId="262"/>
            <ac:spMk id="2" creationId="{255161E0-B383-D583-85BA-8010571149DD}"/>
          </ac:spMkLst>
        </pc:spChg>
        <pc:spChg chg="mod">
          <ac:chgData name="Anushruti Maithani" userId="f716c68518a7d5e7" providerId="LiveId" clId="{EEECDCE2-DA92-4209-BBF9-F0C12813AA65}" dt="2026-03-09T15:10:53.563" v="575" actId="20577"/>
          <ac:spMkLst>
            <pc:docMk/>
            <pc:sldMk cId="880347365" sldId="262"/>
            <ac:spMk id="3" creationId="{5DD05344-18B9-2538-A83B-2BEE378FC7C6}"/>
          </ac:spMkLst>
        </pc:spChg>
      </pc:sldChg>
      <pc:sldChg chg="modSp new mod">
        <pc:chgData name="Anushruti Maithani" userId="f716c68518a7d5e7" providerId="LiveId" clId="{EEECDCE2-DA92-4209-BBF9-F0C12813AA65}" dt="2026-03-09T15:11:09.006" v="576"/>
        <pc:sldMkLst>
          <pc:docMk/>
          <pc:sldMk cId="1631094626" sldId="263"/>
        </pc:sldMkLst>
        <pc:spChg chg="mod">
          <ac:chgData name="Anushruti Maithani" userId="f716c68518a7d5e7" providerId="LiveId" clId="{EEECDCE2-DA92-4209-BBF9-F0C12813AA65}" dt="2026-03-09T15:06:07.134" v="538" actId="14100"/>
          <ac:spMkLst>
            <pc:docMk/>
            <pc:sldMk cId="1631094626" sldId="263"/>
            <ac:spMk id="2" creationId="{49BEC2D1-B031-62BD-10E0-F8E26E11326B}"/>
          </ac:spMkLst>
        </pc:spChg>
        <pc:spChg chg="mod">
          <ac:chgData name="Anushruti Maithani" userId="f716c68518a7d5e7" providerId="LiveId" clId="{EEECDCE2-DA92-4209-BBF9-F0C12813AA65}" dt="2026-03-09T15:11:09.006" v="576"/>
          <ac:spMkLst>
            <pc:docMk/>
            <pc:sldMk cId="1631094626" sldId="263"/>
            <ac:spMk id="3" creationId="{2DE8EB7C-E16B-4B0E-B668-FF553F6A5B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CA10-9640-C9A2-8320-F5DE4504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5A75-B4BF-926B-0A8B-E23EBE0C01B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415845"/>
            <a:ext cx="9419303" cy="2772697"/>
          </a:xfrm>
        </p:spPr>
        <p:txBody>
          <a:bodyPr>
            <a:normAutofit fontScale="77500" lnSpcReduction="20000"/>
          </a:bodyPr>
          <a:lstStyle/>
          <a:p>
            <a:r>
              <a:rPr lang="en-US" sz="7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SYSTEM 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8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7CAF2F-13F3-E037-DCAF-13031901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User authentication is a security process that verifies the identity of users before allowing them to access a system. It helps protect sensitive data and prevents unauthorized access. </a:t>
            </a:r>
            <a:endParaRPr lang="en-IN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5F4B74-9319-0DA4-6587-F7E49A2A6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1160442"/>
            <a:ext cx="5357600" cy="992823"/>
          </a:xfrm>
        </p:spPr>
        <p:txBody>
          <a:bodyPr>
            <a:normAutofit/>
          </a:bodyPr>
          <a:lstStyle/>
          <a:p>
            <a:r>
              <a:rPr lang="en-US" sz="4800" dirty="0"/>
              <a:t>INTRODUCTION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72729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B5911-2AB5-5D73-1504-1CA95F202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298" y="2563759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It ensures at  only authentication is a security process that verify the identity of a user before allowing access to system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B58192-3AAC-513D-B3D2-377B2F87B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691" y="688495"/>
            <a:ext cx="8957186" cy="943896"/>
          </a:xfrm>
        </p:spPr>
        <p:txBody>
          <a:bodyPr>
            <a:noAutofit/>
          </a:bodyPr>
          <a:lstStyle/>
          <a:p>
            <a:r>
              <a:rPr lang="en-US" sz="4000" dirty="0"/>
              <a:t>WHAT IS USER AUTHENTICATION?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9206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9A9B-04F2-0F4B-F725-46F9EFF64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008672"/>
            <a:ext cx="5518066" cy="2688886"/>
          </a:xfrm>
        </p:spPr>
        <p:txBody>
          <a:bodyPr>
            <a:normAutofit/>
          </a:bodyPr>
          <a:lstStyle/>
          <a:p>
            <a:r>
              <a:rPr lang="en-US" sz="2800" dirty="0"/>
              <a:t>Django is a high-level web framework built using Python that helps developers create websites and web applications quickly and securely.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2158-CA64-A574-012F-AA532E419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6887" y="875306"/>
            <a:ext cx="3872506" cy="1366447"/>
          </a:xfrm>
        </p:spPr>
        <p:txBody>
          <a:bodyPr>
            <a:noAutofit/>
          </a:bodyPr>
          <a:lstStyle/>
          <a:p>
            <a:r>
              <a:rPr lang="en-US" sz="4800" dirty="0"/>
              <a:t>WHAT IS DJANGO?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99861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D1BA-EC6F-2502-C2B5-3F22C5FC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AUTHENTICATION?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63EE3-3BAE-7724-A471-C1E9B2C8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Registration</a:t>
            </a:r>
          </a:p>
          <a:p>
            <a:r>
              <a:rPr lang="en-US" dirty="0"/>
              <a:t>Login System</a:t>
            </a:r>
          </a:p>
          <a:p>
            <a:r>
              <a:rPr lang="en-US" dirty="0"/>
              <a:t>Credential Verification</a:t>
            </a:r>
          </a:p>
          <a:p>
            <a:r>
              <a:rPr lang="en-US" dirty="0"/>
              <a:t>Authorization</a:t>
            </a:r>
          </a:p>
          <a:p>
            <a:r>
              <a:rPr lang="en-US" dirty="0"/>
              <a:t>Logout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55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5B2A-059B-87D0-282E-73C011C9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AUTHENTICATION WORKS IN DJANGO?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4B2B9-BA4A-05FF-F01E-6AA2E879A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enters username and password </a:t>
            </a:r>
          </a:p>
          <a:p>
            <a:r>
              <a:rPr lang="en-US" dirty="0"/>
              <a:t>Django verifies credentials in the database</a:t>
            </a:r>
          </a:p>
          <a:p>
            <a:r>
              <a:rPr lang="en-US" dirty="0"/>
              <a:t>Password is checked using secure hashing</a:t>
            </a:r>
          </a:p>
          <a:p>
            <a:r>
              <a:rPr lang="en-US" dirty="0"/>
              <a:t>If correct, a user session is created</a:t>
            </a:r>
          </a:p>
          <a:p>
            <a:r>
              <a:rPr lang="en-US" dirty="0"/>
              <a:t>User gets access to the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83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61E0-B383-D583-85BA-80105711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05344-18B9-2538-A83B-2BEE378F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security</a:t>
            </a:r>
          </a:p>
          <a:p>
            <a:r>
              <a:rPr lang="en-US" dirty="0"/>
              <a:t>Built-in authentication features</a:t>
            </a:r>
          </a:p>
          <a:p>
            <a:r>
              <a:rPr lang="en-US" dirty="0"/>
              <a:t>Easy implementation</a:t>
            </a:r>
          </a:p>
          <a:p>
            <a:r>
              <a:rPr lang="en-US" dirty="0"/>
              <a:t>User account management</a:t>
            </a:r>
          </a:p>
          <a:p>
            <a:r>
              <a:rPr lang="en-US" dirty="0"/>
              <a:t>Access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34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C2D1-B031-62BD-10E0-F8E26E11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239" y="808056"/>
            <a:ext cx="3401962" cy="617621"/>
          </a:xfrm>
        </p:spPr>
        <p:txBody>
          <a:bodyPr/>
          <a:lstStyle/>
          <a:p>
            <a:r>
              <a:rPr lang="en-US" dirty="0"/>
              <a:t>CONCLUSIONS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EB7C-E16B-4B0E-B668-FF553F6A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authentication is important for protecting web applications and user data. Using Django, developers can easily build secure systems that allow only authorized users to access the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094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{C821B3FC-FFE9-4303-A0CF-2B741168E92B}tf16401375</Template>
  <TotalTime>50</TotalTime>
  <Words>183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MS Shell Dlg 2</vt:lpstr>
      <vt:lpstr>Times New Roman</vt:lpstr>
      <vt:lpstr>Wingdings</vt:lpstr>
      <vt:lpstr>Wingdings 3</vt:lpstr>
      <vt:lpstr>Madison</vt:lpstr>
      <vt:lpstr> </vt:lpstr>
      <vt:lpstr>User authentication is a security process that verifies the identity of users before allowing them to access a system. It helps protect sensitive data and prevents unauthorized access. </vt:lpstr>
      <vt:lpstr>It ensures at  only authentication is a security process that verify the identity of a user before allowing access to system.</vt:lpstr>
      <vt:lpstr>Django is a high-level web framework built using Python that helps developers create websites and web applications quickly and securely.</vt:lpstr>
      <vt:lpstr>COMPONENTS OF AUTHENTICATION? </vt:lpstr>
      <vt:lpstr>HOW AUTHENTICATION WORKS IN DJANGO?</vt:lpstr>
      <vt:lpstr>ADVANTAGES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Anushruti Maithani</dc:creator>
  <cp:lastModifiedBy>Anushruti Maithani</cp:lastModifiedBy>
  <cp:revision>1</cp:revision>
  <dcterms:created xsi:type="dcterms:W3CDTF">2026-03-09T14:21:28Z</dcterms:created>
  <dcterms:modified xsi:type="dcterms:W3CDTF">2026-03-09T15:11:42Z</dcterms:modified>
</cp:coreProperties>
</file>